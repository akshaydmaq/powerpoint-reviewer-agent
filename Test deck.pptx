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8D7A1-1ACC-04A4-0A1D-7018475D1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B165E2-A715-5F45-3658-56B691481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84BF2-ACEC-A74D-9FFF-D700DC59C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71EE5-6589-9F27-877A-749E90FD2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8CCE5-89F0-4010-6243-AA1769254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58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76A50-BFA9-B2F9-3C52-41AADC45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A095E-9264-6CC1-4693-A945160BC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2F65E-3B65-3459-64EF-D7B19ED45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8064C-FBB5-E115-00EF-1A424976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8E41C-34EC-C7C6-FB80-19DD32E40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2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37C3-B5B4-28F8-3DD9-4C505B37B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2E368-A0C2-D322-DF39-DB50AA723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5DAAB-7FAB-1A99-593B-4CD226057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49621-359F-9676-82E1-4E44132E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616DE-989E-8335-433A-9E0A8288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77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A8E8B-92AB-87E7-DE0B-D71CDA065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906E3-4E6B-421C-282F-2C11CF103E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55A19-1541-9B5B-AC2C-71101C81C1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4B3B7-521E-323F-1016-3EFD9D67D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747D1-891D-7DD7-F8D7-821AFBF9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F31B8-DA4F-CE02-F1A2-B7DA3A5CE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03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5DB94-6D65-4A33-E06E-31C0C58C7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9C907-36BE-B892-381B-0021EFACC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6301A-E89A-FC04-CF4B-C7A6C77B0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94A19A-1220-7B4D-33E2-491990032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55AFAA-E82F-7D24-EDC1-A01540DE95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7CD0C-FB29-EF52-508D-85D73A4F9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BADC7B-FD4C-70D2-C244-17D62CFEB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A621C7-FC4F-50FD-C6F6-AE2E701A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71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DB03F-E5DC-D6E3-2A6B-FCCF56D4C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FA036-8320-CEE2-B97A-E741ECC63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532DA3-9255-1B8A-867B-5C58A8EEB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63945-9C84-66C7-1D68-76FC44B7D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75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4A9362-E6B9-2B5D-29B0-5CDEAC703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A9BE83-A27F-0095-BE56-6297E428A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4CEC6-E7ED-B43D-44BF-F22EAD5E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42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97F12-A040-6A38-2B1B-65C9EC5A5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C3267-FFA9-1803-C8AB-D92F871AB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A50AD-8AC1-3273-9EE9-2BA8934FE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C5C07-8772-4DD9-0652-4B206739B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6D321-398E-F0B2-3358-9C8D84465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F29EB-81BF-9018-6EFD-7D615562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30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045C8-19F4-89DE-0713-FFF1636C0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94B42B-64A5-0743-25ED-3898FB391A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A708BA-8AFF-26C2-A2B8-57ABAB7A1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3C20D-6030-195E-BB61-5A73382B2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5F26B-7B63-ACE0-E02C-0651CC712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C23C5A-832E-F225-6F89-9CD7F328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8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C3440-E21D-4C10-F602-A3E1AD234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E0405-D3F1-36C9-FB2D-6D407ABC0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B0470-E940-F738-387E-8B2EA784D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EE09-B191-DE19-CF87-51CACD0B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730AC-894F-F7D0-B342-A86A1E5BB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81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38829F-4AF5-61EB-E442-DD8A761A06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FAEA3-DECB-0277-7307-BA295CF74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DC7CD-E5E1-2F33-59D3-1D46A4490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6B9CE-22AF-4DD1-ED6C-DC2B1FB8C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94D7D-4E4B-A48D-ACC2-DDCE5153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2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C27A41-C79A-7B05-62A4-3E6130F8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DC3A2-D569-0CBE-EF1E-46722C5D5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1E7D-6839-12B8-55F9-B7C3445AE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90D5A-CE74-465B-BB01-C3DC6857DB5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E3DF2-4A5D-5B65-250C-2BDFD5AFC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59D88-3691-1262-90CB-E4A11761E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B2FA8A-2294-4FC8-896D-E5290E78D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7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E60C0-0DAD-DDDE-218A-BAC67545E8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This </a:t>
            </a:r>
            <a:r>
              <a:rPr lang="en-US" dirty="0" err="1"/>
              <a:t>iss</a:t>
            </a:r>
            <a:r>
              <a:rPr lang="en-US" dirty="0"/>
              <a:t> not correct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707F2-8A80-EBA3-8F3B-5A48315147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268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9D6CF-6E3C-9C21-64CA-452EB1646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F10D9-6680-5619-4DA5-37B5EA3541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This is correct slide.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B4289D-4DA5-34FD-B1D7-6B545270C9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654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D385B-28E0-68AD-1C97-95A139D5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0395-BA85-0AED-812F-80B9B36F7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330" y="1156770"/>
            <a:ext cx="8435248" cy="1057619"/>
          </a:xfrm>
        </p:spPr>
        <p:txBody>
          <a:bodyPr>
            <a:normAutofit/>
          </a:bodyPr>
          <a:lstStyle/>
          <a:p>
            <a:r>
              <a:rPr lang="en-US" dirty="0"/>
              <a:t>This slide </a:t>
            </a:r>
            <a:r>
              <a:rPr lang="en-US" dirty="0" err="1"/>
              <a:t>havings</a:t>
            </a:r>
            <a:r>
              <a:rPr lang="en-US" dirty="0"/>
              <a:t> issues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9F289A-FCD1-4666-83DF-1F3B70DC4A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245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This iss not correct</vt:lpstr>
      <vt:lpstr>This is correct slide. </vt:lpstr>
      <vt:lpstr>This slide havings issues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Dighe (MAQ LLC)</dc:creator>
  <cp:lastModifiedBy>Akshay Dighe (MAQ LLC)</cp:lastModifiedBy>
  <cp:revision>2</cp:revision>
  <dcterms:created xsi:type="dcterms:W3CDTF">2026-02-12T03:15:20Z</dcterms:created>
  <dcterms:modified xsi:type="dcterms:W3CDTF">2026-02-12T04:01:57Z</dcterms:modified>
</cp:coreProperties>
</file>